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05142C-B224-454F-9666-3664FBBD829D}" v="40" dt="2026-09-05T09:50:03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LAVI B N" userId="7f25a39789e5006d" providerId="LiveId" clId="{5B91D629-4DF7-4FAF-9600-28C713726558}"/>
    <pc:docChg chg="undo custSel addSld modSld modMainMaster">
      <pc:chgData name="PALLAVI B N" userId="7f25a39789e5006d" providerId="LiveId" clId="{5B91D629-4DF7-4FAF-9600-28C713726558}" dt="2026-09-05T09:52:22.983" v="263" actId="20577"/>
      <pc:docMkLst>
        <pc:docMk/>
      </pc:docMkLst>
      <pc:sldChg chg="addSp delSp modSp new mod setBg delDesignElem">
        <pc:chgData name="PALLAVI B N" userId="7f25a39789e5006d" providerId="LiveId" clId="{5B91D629-4DF7-4FAF-9600-28C713726558}" dt="2026-09-05T08:02:29.566" v="183" actId="20577"/>
        <pc:sldMkLst>
          <pc:docMk/>
          <pc:sldMk cId="3105798919" sldId="256"/>
        </pc:sldMkLst>
        <pc:spChg chg="mod">
          <ac:chgData name="PALLAVI B N" userId="7f25a39789e5006d" providerId="LiveId" clId="{5B91D629-4DF7-4FAF-9600-28C713726558}" dt="2026-09-05T08:02:29.566" v="183" actId="20577"/>
          <ac:spMkLst>
            <pc:docMk/>
            <pc:sldMk cId="3105798919" sldId="256"/>
            <ac:spMk id="2" creationId="{C0354BDB-1721-DB06-F6A2-61E91761FBC6}"/>
          </ac:spMkLst>
        </pc:spChg>
        <pc:spChg chg="mod">
          <ac:chgData name="PALLAVI B N" userId="7f25a39789e5006d" providerId="LiveId" clId="{5B91D629-4DF7-4FAF-9600-28C713726558}" dt="2026-09-05T08:01:55.675" v="171" actId="27636"/>
          <ac:spMkLst>
            <pc:docMk/>
            <pc:sldMk cId="3105798919" sldId="256"/>
            <ac:spMk id="3" creationId="{E96AEB2F-6787-B0BA-530B-F3664C551BA3}"/>
          </ac:spMkLst>
        </pc:spChg>
        <pc:spChg chg="add del">
          <ac:chgData name="PALLAVI B N" userId="7f25a39789e5006d" providerId="LiveId" clId="{5B91D629-4DF7-4FAF-9600-28C713726558}" dt="2026-09-05T08:00:51.570" v="149" actId="26606"/>
          <ac:spMkLst>
            <pc:docMk/>
            <pc:sldMk cId="3105798919" sldId="256"/>
            <ac:spMk id="8" creationId="{FFD48BC7-DC40-47DE-87EE-9F4B6ECB9ABB}"/>
          </ac:spMkLst>
        </pc:spChg>
        <pc:spChg chg="add del">
          <ac:chgData name="PALLAVI B N" userId="7f25a39789e5006d" providerId="LiveId" clId="{5B91D629-4DF7-4FAF-9600-28C713726558}" dt="2026-09-05T08:00:51.570" v="149" actId="26606"/>
          <ac:spMkLst>
            <pc:docMk/>
            <pc:sldMk cId="3105798919" sldId="256"/>
            <ac:spMk id="10" creationId="{E502BBC7-2C76-46F3-BC24-5985BC13DB88}"/>
          </ac:spMkLst>
        </pc:spChg>
        <pc:spChg chg="add del">
          <ac:chgData name="PALLAVI B N" userId="7f25a39789e5006d" providerId="LiveId" clId="{5B91D629-4DF7-4FAF-9600-28C713726558}" dt="2026-09-05T08:00:51.570" v="149" actId="26606"/>
          <ac:spMkLst>
            <pc:docMk/>
            <pc:sldMk cId="3105798919" sldId="256"/>
            <ac:spMk id="12" creationId="{C7F28D52-2A5F-4D23-81AE-7CB8B591C7AF}"/>
          </ac:spMkLst>
        </pc:spChg>
        <pc:spChg chg="add del">
          <ac:chgData name="PALLAVI B N" userId="7f25a39789e5006d" providerId="LiveId" clId="{5B91D629-4DF7-4FAF-9600-28C713726558}" dt="2026-09-05T08:00:51.570" v="149" actId="26606"/>
          <ac:spMkLst>
            <pc:docMk/>
            <pc:sldMk cId="3105798919" sldId="256"/>
            <ac:spMk id="14" creationId="{3629484E-3792-4B3D-89AD-7C8A1ED0E0D4}"/>
          </ac:spMkLst>
        </pc:spChg>
        <pc:spChg chg="add del">
          <ac:chgData name="PALLAVI B N" userId="7f25a39789e5006d" providerId="LiveId" clId="{5B91D629-4DF7-4FAF-9600-28C713726558}" dt="2026-09-05T08:00:56.060" v="151" actId="26606"/>
          <ac:spMkLst>
            <pc:docMk/>
            <pc:sldMk cId="3105798919" sldId="256"/>
            <ac:spMk id="17" creationId="{6DDA8CE9-E0A6-4FF2-823D-D08607606DC2}"/>
          </ac:spMkLst>
        </pc:spChg>
        <pc:spChg chg="add del">
          <ac:chgData name="PALLAVI B N" userId="7f25a39789e5006d" providerId="LiveId" clId="{5B91D629-4DF7-4FAF-9600-28C713726558}" dt="2026-09-05T08:00:56.060" v="151" actId="26606"/>
          <ac:spMkLst>
            <pc:docMk/>
            <pc:sldMk cId="3105798919" sldId="256"/>
            <ac:spMk id="22" creationId="{11195564-33B9-434B-9641-764F5905A56F}"/>
          </ac:spMkLst>
        </pc:spChg>
        <pc:spChg chg="add del">
          <ac:chgData name="PALLAVI B N" userId="7f25a39789e5006d" providerId="LiveId" clId="{5B91D629-4DF7-4FAF-9600-28C713726558}" dt="2026-09-05T08:00:59.265" v="153" actId="26606"/>
          <ac:spMkLst>
            <pc:docMk/>
            <pc:sldMk cId="3105798919" sldId="256"/>
            <ac:spMk id="26" creationId="{09588DA8-065E-4F6F-8EFD-43104AB2E0CF}"/>
          </ac:spMkLst>
        </pc:spChg>
        <pc:spChg chg="add del">
          <ac:chgData name="PALLAVI B N" userId="7f25a39789e5006d" providerId="LiveId" clId="{5B91D629-4DF7-4FAF-9600-28C713726558}" dt="2026-09-05T08:00:59.265" v="153" actId="26606"/>
          <ac:spMkLst>
            <pc:docMk/>
            <pc:sldMk cId="3105798919" sldId="256"/>
            <ac:spMk id="27" creationId="{C4285719-470E-454C-AF62-8323075F1F5B}"/>
          </ac:spMkLst>
        </pc:spChg>
        <pc:spChg chg="add del">
          <ac:chgData name="PALLAVI B N" userId="7f25a39789e5006d" providerId="LiveId" clId="{5B91D629-4DF7-4FAF-9600-28C713726558}" dt="2026-09-05T08:00:59.265" v="153" actId="26606"/>
          <ac:spMkLst>
            <pc:docMk/>
            <pc:sldMk cId="3105798919" sldId="256"/>
            <ac:spMk id="28" creationId="{CD9FE4EF-C4D8-49A0-B2FF-81D8DB7D8A24}"/>
          </ac:spMkLst>
        </pc:spChg>
        <pc:spChg chg="add del">
          <ac:chgData name="PALLAVI B N" userId="7f25a39789e5006d" providerId="LiveId" clId="{5B91D629-4DF7-4FAF-9600-28C713726558}" dt="2026-09-05T08:00:59.265" v="153" actId="26606"/>
          <ac:spMkLst>
            <pc:docMk/>
            <pc:sldMk cId="3105798919" sldId="256"/>
            <ac:spMk id="29" creationId="{4300840D-0A0B-4512-BACA-B439D5B9C57C}"/>
          </ac:spMkLst>
        </pc:spChg>
        <pc:spChg chg="add del">
          <ac:chgData name="PALLAVI B N" userId="7f25a39789e5006d" providerId="LiveId" clId="{5B91D629-4DF7-4FAF-9600-28C713726558}" dt="2026-09-05T08:00:59.265" v="153" actId="26606"/>
          <ac:spMkLst>
            <pc:docMk/>
            <pc:sldMk cId="3105798919" sldId="256"/>
            <ac:spMk id="30" creationId="{D2B78728-A580-49A7-84F9-6EF6F583ADE0}"/>
          </ac:spMkLst>
        </pc:spChg>
        <pc:spChg chg="add del">
          <ac:chgData name="PALLAVI B N" userId="7f25a39789e5006d" providerId="LiveId" clId="{5B91D629-4DF7-4FAF-9600-28C713726558}" dt="2026-09-05T08:00:59.265" v="153" actId="26606"/>
          <ac:spMkLst>
            <pc:docMk/>
            <pc:sldMk cId="3105798919" sldId="256"/>
            <ac:spMk id="31" creationId="{38FAA1A1-D861-433F-88FA-1E9D6FD31D11}"/>
          </ac:spMkLst>
        </pc:spChg>
        <pc:spChg chg="add del">
          <ac:chgData name="PALLAVI B N" userId="7f25a39789e5006d" providerId="LiveId" clId="{5B91D629-4DF7-4FAF-9600-28C713726558}" dt="2026-09-05T08:00:59.265" v="153" actId="26606"/>
          <ac:spMkLst>
            <pc:docMk/>
            <pc:sldMk cId="3105798919" sldId="256"/>
            <ac:spMk id="32" creationId="{8D71EDA1-87BF-4D5D-AB79-F346FD19278A}"/>
          </ac:spMkLst>
        </pc:spChg>
        <pc:spChg chg="add del">
          <ac:chgData name="PALLAVI B N" userId="7f25a39789e5006d" providerId="LiveId" clId="{5B91D629-4DF7-4FAF-9600-28C713726558}" dt="2026-09-05T08:01:02.168" v="155" actId="26606"/>
          <ac:spMkLst>
            <pc:docMk/>
            <pc:sldMk cId="3105798919" sldId="256"/>
            <ac:spMk id="34" creationId="{081EA652-8C6A-4E69-BEB9-170809474553}"/>
          </ac:spMkLst>
        </pc:spChg>
        <pc:spChg chg="add del">
          <ac:chgData name="PALLAVI B N" userId="7f25a39789e5006d" providerId="LiveId" clId="{5B91D629-4DF7-4FAF-9600-28C713726558}" dt="2026-09-05T08:01:02.168" v="155" actId="26606"/>
          <ac:spMkLst>
            <pc:docMk/>
            <pc:sldMk cId="3105798919" sldId="256"/>
            <ac:spMk id="35" creationId="{5298780A-33B9-4EA2-8F67-DE68AD62841B}"/>
          </ac:spMkLst>
        </pc:spChg>
        <pc:spChg chg="add del">
          <ac:chgData name="PALLAVI B N" userId="7f25a39789e5006d" providerId="LiveId" clId="{5B91D629-4DF7-4FAF-9600-28C713726558}" dt="2026-09-05T08:01:02.168" v="155" actId="26606"/>
          <ac:spMkLst>
            <pc:docMk/>
            <pc:sldMk cId="3105798919" sldId="256"/>
            <ac:spMk id="36" creationId="{7F488E8B-4E1E-4402-8935-D4E6C02615C7}"/>
          </ac:spMkLst>
        </pc:spChg>
        <pc:spChg chg="add del">
          <ac:chgData name="PALLAVI B N" userId="7f25a39789e5006d" providerId="LiveId" clId="{5B91D629-4DF7-4FAF-9600-28C713726558}" dt="2026-09-05T08:01:06.271" v="157" actId="26606"/>
          <ac:spMkLst>
            <pc:docMk/>
            <pc:sldMk cId="3105798919" sldId="256"/>
            <ac:spMk id="39" creationId="{18873D23-2DCF-4B31-A009-95721C06E8E1}"/>
          </ac:spMkLst>
        </pc:spChg>
        <pc:spChg chg="add del">
          <ac:chgData name="PALLAVI B N" userId="7f25a39789e5006d" providerId="LiveId" clId="{5B91D629-4DF7-4FAF-9600-28C713726558}" dt="2026-09-05T08:01:06.271" v="157" actId="26606"/>
          <ac:spMkLst>
            <pc:docMk/>
            <pc:sldMk cId="3105798919" sldId="256"/>
            <ac:spMk id="40" creationId="{C13EF075-D4EF-4929-ADBC-91B27DA19955}"/>
          </ac:spMkLst>
        </pc:spChg>
        <pc:spChg chg="add del">
          <ac:chgData name="PALLAVI B N" userId="7f25a39789e5006d" providerId="LiveId" clId="{5B91D629-4DF7-4FAF-9600-28C713726558}" dt="2026-09-05T08:01:08.848" v="159" actId="26606"/>
          <ac:spMkLst>
            <pc:docMk/>
            <pc:sldMk cId="3105798919" sldId="256"/>
            <ac:spMk id="44" creationId="{907EF6B7-1338-4443-8C46-6A318D952DFD}"/>
          </ac:spMkLst>
        </pc:spChg>
        <pc:spChg chg="add del">
          <ac:chgData name="PALLAVI B N" userId="7f25a39789e5006d" providerId="LiveId" clId="{5B91D629-4DF7-4FAF-9600-28C713726558}" dt="2026-09-05T08:01:08.848" v="159" actId="26606"/>
          <ac:spMkLst>
            <pc:docMk/>
            <pc:sldMk cId="3105798919" sldId="256"/>
            <ac:spMk id="45" creationId="{DAAE4CDD-124C-4DCF-9584-B6033B545DD5}"/>
          </ac:spMkLst>
        </pc:spChg>
        <pc:spChg chg="add del">
          <ac:chgData name="PALLAVI B N" userId="7f25a39789e5006d" providerId="LiveId" clId="{5B91D629-4DF7-4FAF-9600-28C713726558}" dt="2026-09-05T08:01:08.848" v="159" actId="26606"/>
          <ac:spMkLst>
            <pc:docMk/>
            <pc:sldMk cId="3105798919" sldId="256"/>
            <ac:spMk id="46" creationId="{081E4A58-353D-44AE-B2FC-2A74E2E400F7}"/>
          </ac:spMkLst>
        </pc:spChg>
        <pc:spChg chg="add del">
          <ac:chgData name="PALLAVI B N" userId="7f25a39789e5006d" providerId="LiveId" clId="{5B91D629-4DF7-4FAF-9600-28C713726558}" dt="2026-09-05T08:01:10.110" v="161" actId="26606"/>
          <ac:spMkLst>
            <pc:docMk/>
            <pc:sldMk cId="3105798919" sldId="256"/>
            <ac:spMk id="48" creationId="{B34F5AD2-EDBD-4BBD-A55C-EAFFD0C7097A}"/>
          </ac:spMkLst>
        </pc:spChg>
        <pc:spChg chg="add del">
          <ac:chgData name="PALLAVI B N" userId="7f25a39789e5006d" providerId="LiveId" clId="{5B91D629-4DF7-4FAF-9600-28C713726558}" dt="2026-09-05T08:01:10.110" v="161" actId="26606"/>
          <ac:spMkLst>
            <pc:docMk/>
            <pc:sldMk cId="3105798919" sldId="256"/>
            <ac:spMk id="49" creationId="{C3896A03-3945-419A-B66B-4EE266EDD152}"/>
          </ac:spMkLst>
        </pc:spChg>
        <pc:spChg chg="add del">
          <ac:chgData name="PALLAVI B N" userId="7f25a39789e5006d" providerId="LiveId" clId="{5B91D629-4DF7-4FAF-9600-28C713726558}" dt="2026-09-05T08:01:10.110" v="161" actId="26606"/>
          <ac:spMkLst>
            <pc:docMk/>
            <pc:sldMk cId="3105798919" sldId="256"/>
            <ac:spMk id="50" creationId="{B8EAE243-3A9F-4A46-B0D9-04C723A8A1BD}"/>
          </ac:spMkLst>
        </pc:spChg>
        <pc:spChg chg="add del">
          <ac:chgData name="PALLAVI B N" userId="7f25a39789e5006d" providerId="LiveId" clId="{5B91D629-4DF7-4FAF-9600-28C713726558}" dt="2026-09-05T08:01:23.919" v="166" actId="26606"/>
          <ac:spMkLst>
            <pc:docMk/>
            <pc:sldMk cId="3105798919" sldId="256"/>
            <ac:spMk id="52" creationId="{C2554CA6-288E-4202-BC52-2E5A8F0C0AED}"/>
          </ac:spMkLst>
        </pc:spChg>
        <pc:spChg chg="add del">
          <ac:chgData name="PALLAVI B N" userId="7f25a39789e5006d" providerId="LiveId" clId="{5B91D629-4DF7-4FAF-9600-28C713726558}" dt="2026-09-05T08:01:23.919" v="166" actId="26606"/>
          <ac:spMkLst>
            <pc:docMk/>
            <pc:sldMk cId="3105798919" sldId="256"/>
            <ac:spMk id="53" creationId="{B10BB131-AC8E-4A8E-A5D1-36260F720C3B}"/>
          </ac:spMkLst>
        </pc:spChg>
        <pc:spChg chg="add del">
          <ac:chgData name="PALLAVI B N" userId="7f25a39789e5006d" providerId="LiveId" clId="{5B91D629-4DF7-4FAF-9600-28C713726558}" dt="2026-09-05T08:01:23.919" v="166" actId="26606"/>
          <ac:spMkLst>
            <pc:docMk/>
            <pc:sldMk cId="3105798919" sldId="256"/>
            <ac:spMk id="54" creationId="{5B7778FC-632E-4DCA-A7CB-0D7731CCF970}"/>
          </ac:spMkLst>
        </pc:spChg>
        <pc:spChg chg="add del">
          <ac:chgData name="PALLAVI B N" userId="7f25a39789e5006d" providerId="LiveId" clId="{5B91D629-4DF7-4FAF-9600-28C713726558}" dt="2026-09-05T08:01:23.919" v="166" actId="26606"/>
          <ac:spMkLst>
            <pc:docMk/>
            <pc:sldMk cId="3105798919" sldId="256"/>
            <ac:spMk id="55" creationId="{FA23A907-97FB-4A8F-880A-DD77401C4296}"/>
          </ac:spMkLst>
        </pc:spChg>
        <pc:grpChg chg="add del">
          <ac:chgData name="PALLAVI B N" userId="7f25a39789e5006d" providerId="LiveId" clId="{5B91D629-4DF7-4FAF-9600-28C713726558}" dt="2026-09-05T08:00:56.060" v="151" actId="26606"/>
          <ac:grpSpMkLst>
            <pc:docMk/>
            <pc:sldMk cId="3105798919" sldId="256"/>
            <ac:grpSpMk id="18" creationId="{5A1259D8-0C3A-4069-A22F-537BBBB61A9C}"/>
          </ac:grpSpMkLst>
        </pc:grpChg>
        <pc:grpChg chg="add del">
          <ac:chgData name="PALLAVI B N" userId="7f25a39789e5006d" providerId="LiveId" clId="{5B91D629-4DF7-4FAF-9600-28C713726558}" dt="2026-09-05T08:00:56.060" v="151" actId="26606"/>
          <ac:grpSpMkLst>
            <pc:docMk/>
            <pc:sldMk cId="3105798919" sldId="256"/>
            <ac:grpSpMk id="23" creationId="{1D18C537-E336-47C4-836B-C342A230F8F3}"/>
          </ac:grpSpMkLst>
        </pc:grpChg>
        <pc:grpChg chg="add del">
          <ac:chgData name="PALLAVI B N" userId="7f25a39789e5006d" providerId="LiveId" clId="{5B91D629-4DF7-4FAF-9600-28C713726558}" dt="2026-09-05T08:01:06.271" v="157" actId="26606"/>
          <ac:grpSpMkLst>
            <pc:docMk/>
            <pc:sldMk cId="3105798919" sldId="256"/>
            <ac:grpSpMk id="41" creationId="{DAA26DFA-AAB2-4973-9C17-16D587C7B198}"/>
          </ac:grpSpMkLst>
        </pc:grpChg>
        <pc:cxnChg chg="add del">
          <ac:chgData name="PALLAVI B N" userId="7f25a39789e5006d" providerId="LiveId" clId="{5B91D629-4DF7-4FAF-9600-28C713726558}" dt="2026-09-05T08:01:02.168" v="155" actId="26606"/>
          <ac:cxnSpMkLst>
            <pc:docMk/>
            <pc:sldMk cId="3105798919" sldId="256"/>
            <ac:cxnSpMk id="37" creationId="{23AAC9B5-8015-485C-ACF9-A750390E9A56}"/>
          </ac:cxnSpMkLst>
        </pc:cxnChg>
      </pc:sldChg>
      <pc:sldChg chg="addSp delSp modSp new mod">
        <pc:chgData name="PALLAVI B N" userId="7f25a39789e5006d" providerId="LiveId" clId="{5B91D629-4DF7-4FAF-9600-28C713726558}" dt="2026-09-05T09:01:42.358" v="196" actId="20577"/>
        <pc:sldMkLst>
          <pc:docMk/>
          <pc:sldMk cId="3017414100" sldId="257"/>
        </pc:sldMkLst>
        <pc:spChg chg="mod">
          <ac:chgData name="PALLAVI B N" userId="7f25a39789e5006d" providerId="LiveId" clId="{5B91D629-4DF7-4FAF-9600-28C713726558}" dt="2026-09-05T07:55:19.841" v="91" actId="14100"/>
          <ac:spMkLst>
            <pc:docMk/>
            <pc:sldMk cId="3017414100" sldId="257"/>
            <ac:spMk id="2" creationId="{654B8B40-7A0C-6DE7-7AC1-EA88E18BB1AB}"/>
          </ac:spMkLst>
        </pc:spChg>
        <pc:spChg chg="add mod">
          <ac:chgData name="PALLAVI B N" userId="7f25a39789e5006d" providerId="LiveId" clId="{5B91D629-4DF7-4FAF-9600-28C713726558}" dt="2026-09-05T09:01:39.066" v="195" actId="20577"/>
          <ac:spMkLst>
            <pc:docMk/>
            <pc:sldMk cId="3017414100" sldId="257"/>
            <ac:spMk id="3" creationId="{1BC37169-E230-A7E7-D0B3-0D95780FAA10}"/>
          </ac:spMkLst>
        </pc:spChg>
        <pc:spChg chg="add del mod">
          <ac:chgData name="PALLAVI B N" userId="7f25a39789e5006d" providerId="LiveId" clId="{5B91D629-4DF7-4FAF-9600-28C713726558}" dt="2026-09-05T09:00:56.422" v="186" actId="21"/>
          <ac:spMkLst>
            <pc:docMk/>
            <pc:sldMk cId="3017414100" sldId="257"/>
            <ac:spMk id="4" creationId="{EE03EF20-8EE6-7BB7-420A-46BE44453010}"/>
          </ac:spMkLst>
        </pc:spChg>
        <pc:spChg chg="add mod">
          <ac:chgData name="PALLAVI B N" userId="7f25a39789e5006d" providerId="LiveId" clId="{5B91D629-4DF7-4FAF-9600-28C713726558}" dt="2026-09-05T09:01:42.358" v="196" actId="20577"/>
          <ac:spMkLst>
            <pc:docMk/>
            <pc:sldMk cId="3017414100" sldId="257"/>
            <ac:spMk id="5" creationId="{88725F72-7AB2-FB1B-6DEB-0FAA861532DB}"/>
          </ac:spMkLst>
        </pc:spChg>
      </pc:sldChg>
      <pc:sldChg chg="addSp delSp modSp new mod">
        <pc:chgData name="PALLAVI B N" userId="7f25a39789e5006d" providerId="LiveId" clId="{5B91D629-4DF7-4FAF-9600-28C713726558}" dt="2026-09-05T09:02:10.192" v="199"/>
        <pc:sldMkLst>
          <pc:docMk/>
          <pc:sldMk cId="600601504" sldId="258"/>
        </pc:sldMkLst>
        <pc:spChg chg="mod">
          <ac:chgData name="PALLAVI B N" userId="7f25a39789e5006d" providerId="LiveId" clId="{5B91D629-4DF7-4FAF-9600-28C713726558}" dt="2026-09-05T07:56:26.665" v="101" actId="1076"/>
          <ac:spMkLst>
            <pc:docMk/>
            <pc:sldMk cId="600601504" sldId="258"/>
            <ac:spMk id="2" creationId="{E7FC6813-14CC-97E1-5199-20BB9993EC09}"/>
          </ac:spMkLst>
        </pc:spChg>
        <pc:spChg chg="add mod">
          <ac:chgData name="PALLAVI B N" userId="7f25a39789e5006d" providerId="LiveId" clId="{5B91D629-4DF7-4FAF-9600-28C713726558}" dt="2026-09-05T09:02:10.192" v="199"/>
          <ac:spMkLst>
            <pc:docMk/>
            <pc:sldMk cId="600601504" sldId="258"/>
            <ac:spMk id="3" creationId="{D66E0EFE-39E1-E256-1D00-8A0A30E1B30F}"/>
          </ac:spMkLst>
        </pc:spChg>
        <pc:spChg chg="add del mod">
          <ac:chgData name="PALLAVI B N" userId="7f25a39789e5006d" providerId="LiveId" clId="{5B91D629-4DF7-4FAF-9600-28C713726558}" dt="2026-09-05T09:01:04.746" v="188" actId="21"/>
          <ac:spMkLst>
            <pc:docMk/>
            <pc:sldMk cId="600601504" sldId="258"/>
            <ac:spMk id="4" creationId="{FC4B8D1A-082C-7DB7-26D9-1FFD327F0146}"/>
          </ac:spMkLst>
        </pc:spChg>
        <pc:spChg chg="add mod">
          <ac:chgData name="PALLAVI B N" userId="7f25a39789e5006d" providerId="LiveId" clId="{5B91D629-4DF7-4FAF-9600-28C713726558}" dt="2026-09-05T09:01:20.827" v="192" actId="14100"/>
          <ac:spMkLst>
            <pc:docMk/>
            <pc:sldMk cId="600601504" sldId="258"/>
            <ac:spMk id="5" creationId="{02A89E81-7B42-905D-C4D7-7A0B67CF09A0}"/>
          </ac:spMkLst>
        </pc:spChg>
      </pc:sldChg>
      <pc:sldChg chg="modSp new mod">
        <pc:chgData name="PALLAVI B N" userId="7f25a39789e5006d" providerId="LiveId" clId="{5B91D629-4DF7-4FAF-9600-28C713726558}" dt="2026-09-05T07:58:42.892" v="132" actId="1076"/>
        <pc:sldMkLst>
          <pc:docMk/>
          <pc:sldMk cId="3975053463" sldId="259"/>
        </pc:sldMkLst>
        <pc:spChg chg="mod">
          <ac:chgData name="PALLAVI B N" userId="7f25a39789e5006d" providerId="LiveId" clId="{5B91D629-4DF7-4FAF-9600-28C713726558}" dt="2026-09-05T07:58:42.892" v="132" actId="1076"/>
          <ac:spMkLst>
            <pc:docMk/>
            <pc:sldMk cId="3975053463" sldId="259"/>
            <ac:spMk id="2" creationId="{5D827766-3B4E-13F8-0FE6-6326EC2D3866}"/>
          </ac:spMkLst>
        </pc:spChg>
      </pc:sldChg>
      <pc:sldChg chg="addSp delSp modSp new mod">
        <pc:chgData name="PALLAVI B N" userId="7f25a39789e5006d" providerId="LiveId" clId="{5B91D629-4DF7-4FAF-9600-28C713726558}" dt="2026-09-05T09:52:22.983" v="263" actId="20577"/>
        <pc:sldMkLst>
          <pc:docMk/>
          <pc:sldMk cId="752253293" sldId="260"/>
        </pc:sldMkLst>
        <pc:spChg chg="mod">
          <ac:chgData name="PALLAVI B N" userId="7f25a39789e5006d" providerId="LiveId" clId="{5B91D629-4DF7-4FAF-9600-28C713726558}" dt="2026-09-05T09:49:58.029" v="250" actId="1076"/>
          <ac:spMkLst>
            <pc:docMk/>
            <pc:sldMk cId="752253293" sldId="260"/>
            <ac:spMk id="2" creationId="{BBE6169E-CAA7-1740-F671-E3507B8758ED}"/>
          </ac:spMkLst>
        </pc:spChg>
        <pc:spChg chg="add del mod">
          <ac:chgData name="PALLAVI B N" userId="7f25a39789e5006d" providerId="LiveId" clId="{5B91D629-4DF7-4FAF-9600-28C713726558}" dt="2026-09-05T09:36:55.751" v="214" actId="478"/>
          <ac:spMkLst>
            <pc:docMk/>
            <pc:sldMk cId="752253293" sldId="260"/>
            <ac:spMk id="3" creationId="{30746D3D-2A24-69C1-A23E-3EEBC9F08F2E}"/>
          </ac:spMkLst>
        </pc:spChg>
        <pc:spChg chg="add del mod">
          <ac:chgData name="PALLAVI B N" userId="7f25a39789e5006d" providerId="LiveId" clId="{5B91D629-4DF7-4FAF-9600-28C713726558}" dt="2026-09-05T09:47:18.827" v="248" actId="21"/>
          <ac:spMkLst>
            <pc:docMk/>
            <pc:sldMk cId="752253293" sldId="260"/>
            <ac:spMk id="4" creationId="{576647DF-0675-0E81-C6E7-F36DC4A0C727}"/>
          </ac:spMkLst>
        </pc:spChg>
        <pc:spChg chg="add mod">
          <ac:chgData name="PALLAVI B N" userId="7f25a39789e5006d" providerId="LiveId" clId="{5B91D629-4DF7-4FAF-9600-28C713726558}" dt="2026-09-05T09:52:22.983" v="263" actId="20577"/>
          <ac:spMkLst>
            <pc:docMk/>
            <pc:sldMk cId="752253293" sldId="260"/>
            <ac:spMk id="5" creationId="{5D7AA203-B8DF-3D56-4D0B-D81ED577045A}"/>
          </ac:spMkLst>
        </pc:spChg>
      </pc:sldChg>
      <pc:sldMasterChg chg="modSldLayout">
        <pc:chgData name="PALLAVI B N" userId="7f25a39789e5006d" providerId="LiveId" clId="{5B91D629-4DF7-4FAF-9600-28C713726558}" dt="2026-09-05T07:59:23.986" v="139"/>
        <pc:sldMasterMkLst>
          <pc:docMk/>
          <pc:sldMasterMk cId="3504300644" sldId="2147483702"/>
        </pc:sldMasterMkLst>
        <pc:sldLayoutChg chg="delSp">
          <pc:chgData name="PALLAVI B N" userId="7f25a39789e5006d" providerId="LiveId" clId="{5B91D629-4DF7-4FAF-9600-28C713726558}" dt="2026-09-05T07:59:23.986" v="139"/>
          <pc:sldLayoutMkLst>
            <pc:docMk/>
            <pc:sldMasterMk cId="3504300644" sldId="2147483702"/>
            <pc:sldLayoutMk cId="3647368718" sldId="2147483730"/>
          </pc:sldLayoutMkLst>
          <pc:spChg chg="del">
            <ac:chgData name="PALLAVI B N" userId="7f25a39789e5006d" providerId="LiveId" clId="{5B91D629-4DF7-4FAF-9600-28C713726558}" dt="2026-09-05T07:59:23.986" v="139"/>
            <ac:spMkLst>
              <pc:docMk/>
              <pc:sldMasterMk cId="3504300644" sldId="2147483702"/>
              <pc:sldLayoutMk cId="3647368718" sldId="2147483730"/>
              <ac:spMk id="7" creationId="{00000000-0000-0000-0000-000000000000}"/>
            </ac:spMkLst>
          </pc:spChg>
        </pc:sldLayoutChg>
      </pc:sldMasterChg>
      <pc:sldMasterChg chg="modSldLayout">
        <pc:chgData name="PALLAVI B N" userId="7f25a39789e5006d" providerId="LiveId" clId="{5B91D629-4DF7-4FAF-9600-28C713726558}" dt="2026-09-05T07:59:40.333" v="142"/>
        <pc:sldMasterMkLst>
          <pc:docMk/>
          <pc:sldMasterMk cId="602282068" sldId="2147483743"/>
        </pc:sldMasterMkLst>
        <pc:sldLayoutChg chg="delSp">
          <pc:chgData name="PALLAVI B N" userId="7f25a39789e5006d" providerId="LiveId" clId="{5B91D629-4DF7-4FAF-9600-28C713726558}" dt="2026-09-05T07:59:40.333" v="142"/>
          <pc:sldLayoutMkLst>
            <pc:docMk/>
            <pc:sldMasterMk cId="602282068" sldId="2147483743"/>
            <pc:sldLayoutMk cId="1076989524" sldId="2147483771"/>
          </pc:sldLayoutMkLst>
          <pc:spChg chg="del">
            <ac:chgData name="PALLAVI B N" userId="7f25a39789e5006d" providerId="LiveId" clId="{5B91D629-4DF7-4FAF-9600-28C713726558}" dt="2026-09-05T07:59:40.333" v="142"/>
            <ac:spMkLst>
              <pc:docMk/>
              <pc:sldMasterMk cId="602282068" sldId="2147483743"/>
              <pc:sldLayoutMk cId="1076989524" sldId="2147483771"/>
              <ac:spMk id="7" creationId="{00000000-0000-0000-0000-000000000000}"/>
            </ac:spMkLst>
          </pc:spChg>
          <pc:spChg chg="del">
            <ac:chgData name="PALLAVI B N" userId="7f25a39789e5006d" providerId="LiveId" clId="{5B91D629-4DF7-4FAF-9600-28C713726558}" dt="2026-09-05T07:59:40.333" v="142"/>
            <ac:spMkLst>
              <pc:docMk/>
              <pc:sldMasterMk cId="602282068" sldId="2147483743"/>
              <pc:sldLayoutMk cId="1076989524" sldId="2147483771"/>
              <ac:spMk id="8" creationId="{00000000-0000-0000-0000-000000000000}"/>
            </ac:spMkLst>
          </pc:spChg>
          <pc:spChg chg="del">
            <ac:chgData name="PALLAVI B N" userId="7f25a39789e5006d" providerId="LiveId" clId="{5B91D629-4DF7-4FAF-9600-28C713726558}" dt="2026-09-05T07:59:40.333" v="142"/>
            <ac:spMkLst>
              <pc:docMk/>
              <pc:sldMasterMk cId="602282068" sldId="2147483743"/>
              <pc:sldLayoutMk cId="1076989524" sldId="2147483771"/>
              <ac:spMk id="13" creationId="{00000000-0000-0000-0000-000000000000}"/>
            </ac:spMkLst>
          </pc:spChg>
        </pc:sldLayoutChg>
        <pc:sldLayoutChg chg="delSp">
          <pc:chgData name="PALLAVI B N" userId="7f25a39789e5006d" providerId="LiveId" clId="{5B91D629-4DF7-4FAF-9600-28C713726558}" dt="2026-09-05T07:59:40.333" v="142"/>
          <pc:sldLayoutMkLst>
            <pc:docMk/>
            <pc:sldMasterMk cId="602282068" sldId="2147483743"/>
            <pc:sldLayoutMk cId="2348813119" sldId="2147483772"/>
          </pc:sldLayoutMkLst>
          <pc:spChg chg="del">
            <ac:chgData name="PALLAVI B N" userId="7f25a39789e5006d" providerId="LiveId" clId="{5B91D629-4DF7-4FAF-9600-28C713726558}" dt="2026-09-05T07:59:40.333" v="142"/>
            <ac:spMkLst>
              <pc:docMk/>
              <pc:sldMasterMk cId="602282068" sldId="2147483743"/>
              <pc:sldLayoutMk cId="2348813119" sldId="2147483772"/>
              <ac:spMk id="8" creationId="{00000000-0000-0000-0000-000000000000}"/>
            </ac:spMkLst>
          </pc:spChg>
          <pc:spChg chg="del">
            <ac:chgData name="PALLAVI B N" userId="7f25a39789e5006d" providerId="LiveId" clId="{5B91D629-4DF7-4FAF-9600-28C713726558}" dt="2026-09-05T07:59:40.333" v="142"/>
            <ac:spMkLst>
              <pc:docMk/>
              <pc:sldMasterMk cId="602282068" sldId="2147483743"/>
              <pc:sldLayoutMk cId="2348813119" sldId="2147483772"/>
              <ac:spMk id="13" creationId="{00000000-0000-0000-0000-000000000000}"/>
            </ac:spMkLst>
          </pc:spChg>
          <pc:spChg chg="del">
            <ac:chgData name="PALLAVI B N" userId="7f25a39789e5006d" providerId="LiveId" clId="{5B91D629-4DF7-4FAF-9600-28C713726558}" dt="2026-09-05T07:59:40.333" v="142"/>
            <ac:spMkLst>
              <pc:docMk/>
              <pc:sldMasterMk cId="602282068" sldId="2147483743"/>
              <pc:sldLayoutMk cId="2348813119" sldId="2147483772"/>
              <ac:spMk id="14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932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7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085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158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695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451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67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963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9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879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012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021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095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870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058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820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430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797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0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409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59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4653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156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76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2469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893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589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A13A2CE9-1C55-489F-A260-CE62A642D66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D5B816CD-94FA-4024-B307-CD9177DDB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760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  <p:sldLayoutId id="2147483803" r:id="rId18"/>
    <p:sldLayoutId id="2147483804" r:id="rId19"/>
    <p:sldLayoutId id="2147483805" r:id="rId20"/>
    <p:sldLayoutId id="2147483806" r:id="rId21"/>
    <p:sldLayoutId id="2147483807" r:id="rId22"/>
    <p:sldLayoutId id="2147483808" r:id="rId23"/>
    <p:sldLayoutId id="2147483809" r:id="rId24"/>
    <p:sldLayoutId id="2147483810" r:id="rId25"/>
    <p:sldLayoutId id="2147483811" r:id="rId26"/>
    <p:sldLayoutId id="2147483812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4BDB-1721-DB06-F6A2-61E91761F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3897" y="1122363"/>
            <a:ext cx="10382864" cy="2387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Capstone Project Guidance Call - 1</a:t>
            </a:r>
            <a:br>
              <a:rPr lang="en-IN" b="1" dirty="0"/>
            </a:br>
            <a:r>
              <a:rPr lang="en-IN" sz="3600" dirty="0"/>
              <a:t>Shortlisted problem statements and 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AEB2F-6787-B0BA-530B-F3664C551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4984955"/>
            <a:ext cx="7289245" cy="1544279"/>
          </a:xfrm>
        </p:spPr>
        <p:txBody>
          <a:bodyPr>
            <a:normAutofit fontScale="77500" lnSpcReduction="20000"/>
          </a:bodyPr>
          <a:lstStyle/>
          <a:p>
            <a:br>
              <a:rPr lang="en-IN" b="1" dirty="0"/>
            </a:br>
            <a:r>
              <a:rPr lang="en-IN" b="1" dirty="0"/>
              <a:t>Mentors &amp; Guides</a:t>
            </a:r>
          </a:p>
          <a:p>
            <a:r>
              <a:rPr lang="en-IN" dirty="0"/>
              <a:t>Dr. D. Narayana &amp; Anwesh Kumar Reddy</a:t>
            </a:r>
          </a:p>
          <a:p>
            <a:r>
              <a:rPr lang="en-IN" b="1" dirty="0"/>
              <a:t>Project Team Members</a:t>
            </a:r>
          </a:p>
          <a:p>
            <a:r>
              <a:rPr lang="en-IN" dirty="0"/>
              <a:t>Pallavi B N, Monisha B R, Pavithra Patil, Megha Sandesh B P, Likhith Kumar 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79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8B40-7A0C-6DE7-7AC1-EA88E18BB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Shortlisted Problem Statements &amp; Importance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37169-E230-A7E7-D0B3-0D95780FAA10}"/>
              </a:ext>
            </a:extLst>
          </p:cNvPr>
          <p:cNvSpPr txBox="1"/>
          <p:nvPr/>
        </p:nvSpPr>
        <p:spPr>
          <a:xfrm>
            <a:off x="589934" y="1681268"/>
            <a:ext cx="51127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Voice Customer-Service Agents: Latency, Task Success and Escalation Policy Under τ bench-Style Evaluation</a:t>
            </a:r>
          </a:p>
          <a:p>
            <a:endParaRPr lang="en-IN" dirty="0"/>
          </a:p>
          <a:p>
            <a:r>
              <a:rPr lang="en-IN" b="1" dirty="0"/>
              <a:t>Statement:</a:t>
            </a:r>
            <a:r>
              <a:rPr lang="en-IN" dirty="0"/>
              <a:t> Real-time voice agents balancing end-to-end latency, task success, and graceful human-escalation policies under dynamic telephony frameworks.</a:t>
            </a:r>
          </a:p>
          <a:p>
            <a:endParaRPr lang="en-IN" dirty="0"/>
          </a:p>
          <a:p>
            <a:r>
              <a:rPr lang="en-IN" b="1" cap="all" dirty="0"/>
              <a:t>Why Important</a:t>
            </a:r>
          </a:p>
          <a:p>
            <a:r>
              <a:rPr lang="en-IN" dirty="0"/>
              <a:t>Traditional text benchmarks miss speech friction. High latency breaks flow, while rigid escalation causes user loops or overwhelms support teams.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25F72-7AB2-FB1B-6DEB-0FAA861532DB}"/>
              </a:ext>
            </a:extLst>
          </p:cNvPr>
          <p:cNvSpPr txBox="1"/>
          <p:nvPr/>
        </p:nvSpPr>
        <p:spPr>
          <a:xfrm>
            <a:off x="6489293" y="1681268"/>
            <a:ext cx="51815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GraphRAG</a:t>
            </a:r>
            <a:r>
              <a:rPr lang="en-IN" dirty="0"/>
              <a:t> Under Document Churn: Incremental Knowledge-Graph Maintenance, Freshness and Cost </a:t>
            </a:r>
          </a:p>
          <a:p>
            <a:endParaRPr lang="en-IN" dirty="0"/>
          </a:p>
          <a:p>
            <a:r>
              <a:rPr lang="en-IN" b="1" dirty="0"/>
              <a:t>Statement:</a:t>
            </a:r>
            <a:r>
              <a:rPr lang="en-IN" dirty="0"/>
              <a:t> Incremental knowledge-graph maintenance, structural freshness, and cost minimization under high document churn.</a:t>
            </a:r>
          </a:p>
          <a:p>
            <a:endParaRPr lang="en-IN" dirty="0"/>
          </a:p>
          <a:p>
            <a:r>
              <a:rPr lang="en-IN" b="1" cap="all" dirty="0"/>
              <a:t>Why Important</a:t>
            </a:r>
          </a:p>
          <a:p>
            <a:r>
              <a:rPr lang="en-IN" dirty="0"/>
              <a:t>Full rebuilds are cost-prohibitive, while unmanaged updates lead to graph fragmentation, orphaned nodes, and severe retrieval hallucinations.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41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6813-14CC-97E1-5199-20BB9993E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5" y="610931"/>
            <a:ext cx="10515600" cy="91950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Expected Outcomes, Scope &amp; Tech Stack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E0EFE-39E1-E256-1D00-8A0A30E1B30F}"/>
              </a:ext>
            </a:extLst>
          </p:cNvPr>
          <p:cNvSpPr txBox="1"/>
          <p:nvPr/>
        </p:nvSpPr>
        <p:spPr>
          <a:xfrm>
            <a:off x="717754" y="1838632"/>
            <a:ext cx="49062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Voice Agents: Scope &amp; Outcomes</a:t>
            </a:r>
          </a:p>
          <a:p>
            <a:endParaRPr lang="en-IN" b="1" dirty="0"/>
          </a:p>
          <a:p>
            <a:r>
              <a:rPr lang="en-IN" b="1" dirty="0"/>
              <a:t>Outcomes:</a:t>
            </a:r>
            <a:r>
              <a:rPr lang="en-IN" dirty="0"/>
              <a:t> ASR-LLM-TTS latency breakdown, adaptive escalation algorithm, and open-source τ </a:t>
            </a:r>
            <a:r>
              <a:rPr lang="en-IN" dirty="0" err="1"/>
              <a:t>τ</a:t>
            </a:r>
            <a:r>
              <a:rPr lang="en-IN" dirty="0"/>
              <a:t> bench voice wrapper.</a:t>
            </a:r>
          </a:p>
          <a:p>
            <a:endParaRPr lang="en-IN" dirty="0"/>
          </a:p>
          <a:p>
            <a:r>
              <a:rPr lang="en-IN" b="1" cap="all" dirty="0"/>
              <a:t>Scope &amp; Tools</a:t>
            </a:r>
          </a:p>
          <a:p>
            <a:r>
              <a:rPr lang="en-IN" b="1" dirty="0"/>
              <a:t>Scope:</a:t>
            </a:r>
            <a:r>
              <a:rPr lang="en-IN" dirty="0"/>
              <a:t> 3 support workflows (rebooking, billing, troubleshooting).</a:t>
            </a:r>
            <a:br>
              <a:rPr lang="en-IN" dirty="0"/>
            </a:br>
            <a:r>
              <a:rPr lang="en-IN" b="1" dirty="0"/>
              <a:t>Tools:</a:t>
            </a:r>
            <a:r>
              <a:rPr lang="en-IN" dirty="0"/>
              <a:t> WebRTC/Twilio, Whisper/</a:t>
            </a:r>
            <a:r>
              <a:rPr lang="en-IN" dirty="0" err="1"/>
              <a:t>Deepgram</a:t>
            </a:r>
            <a:r>
              <a:rPr lang="en-IN" dirty="0"/>
              <a:t>, </a:t>
            </a:r>
            <a:r>
              <a:rPr lang="en-IN" dirty="0" err="1"/>
              <a:t>ElevenLabs</a:t>
            </a:r>
            <a:r>
              <a:rPr lang="en-IN" dirty="0"/>
              <a:t>, </a:t>
            </a:r>
            <a:r>
              <a:rPr lang="en-IN" dirty="0" err="1"/>
              <a:t>LangChain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89E81-7B42-905D-C4D7-7A0B67CF09A0}"/>
              </a:ext>
            </a:extLst>
          </p:cNvPr>
          <p:cNvSpPr txBox="1"/>
          <p:nvPr/>
        </p:nvSpPr>
        <p:spPr>
          <a:xfrm>
            <a:off x="6420466" y="1838632"/>
            <a:ext cx="50537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GraphRAG</a:t>
            </a:r>
            <a:r>
              <a:rPr lang="en-IN" b="1" dirty="0"/>
              <a:t>: Scope &amp; Outcomes</a:t>
            </a:r>
          </a:p>
          <a:p>
            <a:endParaRPr lang="en-IN" b="1" dirty="0"/>
          </a:p>
          <a:p>
            <a:r>
              <a:rPr lang="en-IN" b="1" dirty="0"/>
              <a:t>Outcomes:</a:t>
            </a:r>
            <a:r>
              <a:rPr lang="en-IN" dirty="0"/>
              <a:t> Incremental graph-update pipeline without full re-indexing, freshness-to-cost efficiency metric, and churn benchmark.</a:t>
            </a:r>
          </a:p>
          <a:p>
            <a:endParaRPr lang="en-IN" dirty="0"/>
          </a:p>
          <a:p>
            <a:r>
              <a:rPr lang="en-IN" b="1" cap="all" dirty="0"/>
              <a:t>Scope &amp; Tools</a:t>
            </a:r>
          </a:p>
          <a:p>
            <a:r>
              <a:rPr lang="en-IN" b="1" dirty="0"/>
              <a:t>Scope:</a:t>
            </a:r>
            <a:r>
              <a:rPr lang="en-IN" dirty="0"/>
              <a:t> Daily/weekly churn frequency and entity extraction efficiency.</a:t>
            </a:r>
            <a:br>
              <a:rPr lang="en-IN" dirty="0"/>
            </a:br>
            <a:r>
              <a:rPr lang="en-IN" b="1" dirty="0"/>
              <a:t>Tools:</a:t>
            </a:r>
            <a:r>
              <a:rPr lang="en-IN" dirty="0"/>
              <a:t> Neo4j, </a:t>
            </a:r>
            <a:r>
              <a:rPr lang="en-IN" dirty="0" err="1"/>
              <a:t>NetworkX</a:t>
            </a:r>
            <a:r>
              <a:rPr lang="en-IN" dirty="0"/>
              <a:t>, </a:t>
            </a:r>
            <a:r>
              <a:rPr lang="en-IN" dirty="0" err="1"/>
              <a:t>LlamaIndex</a:t>
            </a:r>
            <a:r>
              <a:rPr lang="en-IN" dirty="0"/>
              <a:t>, OpenAI embeddings.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60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169E-CAA7-1740-F671-E3507B87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110" y="543234"/>
            <a:ext cx="2649794" cy="774289"/>
          </a:xfrm>
        </p:spPr>
        <p:txBody>
          <a:bodyPr/>
          <a:lstStyle/>
          <a:p>
            <a:r>
              <a:rPr lang="en-US" dirty="0"/>
              <a:t>Q &amp; A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AA203-B8DF-3D56-4D0B-D81ED577045A}"/>
              </a:ext>
            </a:extLst>
          </p:cNvPr>
          <p:cNvSpPr txBox="1"/>
          <p:nvPr/>
        </p:nvSpPr>
        <p:spPr>
          <a:xfrm>
            <a:off x="1283110" y="1848465"/>
            <a:ext cx="90210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Scope and Feasibility</a:t>
            </a:r>
            <a:endParaRPr lang="en-IN" dirty="0"/>
          </a:p>
          <a:p>
            <a:pPr lvl="1"/>
            <a:r>
              <a:rPr lang="en-IN" i="1" dirty="0"/>
              <a:t>"Out of </a:t>
            </a:r>
            <a:r>
              <a:rPr lang="en-IN" i="1"/>
              <a:t>these two, </a:t>
            </a:r>
            <a:r>
              <a:rPr lang="en-IN" i="1" dirty="0"/>
              <a:t>which one do you think is the most realistic to fully build, test, and evaluate within our timeline and resource constraints?"</a:t>
            </a:r>
            <a:endParaRPr lang="en-IN" dirty="0"/>
          </a:p>
          <a:p>
            <a:pPr lvl="0"/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2253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27766-3B4E-13F8-0FE6-6326EC2D3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568" y="2103437"/>
            <a:ext cx="4205748" cy="1325563"/>
          </a:xfrm>
        </p:spPr>
        <p:txBody>
          <a:bodyPr/>
          <a:lstStyle/>
          <a:p>
            <a:r>
              <a:rPr lang="en-US" dirty="0"/>
              <a:t>Thank you!!!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505346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135</TotalTime>
  <Words>318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 Light</vt:lpstr>
      <vt:lpstr>Arial</vt:lpstr>
      <vt:lpstr>Walbaum Display</vt:lpstr>
      <vt:lpstr>Shoji</vt:lpstr>
      <vt:lpstr>Capstone Project Guidance Call - 1 Shortlisted problem statements and project overview</vt:lpstr>
      <vt:lpstr> Shortlisted Problem Statements &amp; Importance </vt:lpstr>
      <vt:lpstr>Expected Outcomes, Scope &amp; Tech Stack </vt:lpstr>
      <vt:lpstr>Q &amp; A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PALLAVI B N</dc:creator>
  <cp:lastModifiedBy>PALLAVI B N</cp:lastModifiedBy>
  <cp:revision>3</cp:revision>
  <dcterms:created xsi:type="dcterms:W3CDTF">2026-09-05T07:38:23Z</dcterms:created>
  <dcterms:modified xsi:type="dcterms:W3CDTF">2026-09-12T04:42:18Z</dcterms:modified>
</cp:coreProperties>
</file>